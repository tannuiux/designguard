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94960" y="1737360"/>
            <a:ext cx="1371600" cy="137160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DesignGuard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B0B0B8"/>
                </a:solidFill>
              </a:rPr>
              <a:t>An automated tool that checks any website for accessibility problems.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846320"/>
            <a:ext cx="6675120" cy="50292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🔗  View the project —  github.com/Tannuiux/designguard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0B8"/>
                </a:solidFill>
              </a:rPr>
              <a:t>Give(a)Go HackSprint · Daytona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5029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DesignGuard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Websites often have accessibility bugs — missing image labels, bad contrast, and unlabeled buttons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These bugs can make sites difficult or impossible to use for people with disabilities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Checking for these problems manually takes a long time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Most teams skip the check entirely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5029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DesignGuard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What is WCAG?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WCAG means Web Content Accessibility Guidelines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It is the official global rulebook for making websites accessible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It was created by the W3C, the organization behind web standards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DesignGuard checks WCAG 2.0 Levels A and AA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So the report is based on a real standard — not just an opinion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5029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DesignGuard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How DesignGuard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You give it a website link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It opens the website in an isolated Daytona sandbox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Playwright loads the page in a real browser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axe-core scans the page against WCAG accessibility rules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It gives a report: screenshot, number of issues, and exact list of issues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5943600"/>
            <a:ext cx="6675120" cy="50292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🔗  Source code —  github.com/Tannuiux/designguard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5029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DesignGuard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Test 1: irs.gov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BC34A"/>
                </a:solidFill>
              </a:rPr>
              <a:t>Result: 0 violations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IRS.gov is a U.S. government website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DesignGuard found no automated WCAG A/AA issues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This is important: the tool does not always flag issues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It can correctly report that a site is clean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5029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DesignGuard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DesignGuard Report: irs.gov</a:t>
            </a:r>
          </a:p>
        </p:txBody>
      </p:sp>
      <p:pic>
        <p:nvPicPr>
          <p:cNvPr id="6" name="Picture 5" descr="irs_report_screensh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10515600" cy="5915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0B8"/>
                </a:solidFill>
              </a:rPr>
              <a:t>Live scan · www.irs.gov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5029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DesignGuard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Test 2: Hacker News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F8CFF"/>
                </a:solidFill>
              </a:rPr>
              <a:t>Result: 4 violations · 243 elements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238 color-contrast issues: text is difficult to read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3 image-alt issues: images missing screen-reader text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1 label issue: a form field has no label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1 link-name issue: a link has no readable name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The report tells developers exactly what to fix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5029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DesignGuard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DesignGuard Report: Hacker News</a:t>
            </a:r>
          </a:p>
        </p:txBody>
      </p:sp>
      <p:pic>
        <p:nvPicPr>
          <p:cNvPr id="6" name="Picture 5" descr="irs_report_screensh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10515600" cy="5915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0B8"/>
                </a:solidFill>
              </a:rPr>
              <a:t>Live scan · news.ycombinator.com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5029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DesignGuard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Violation Breakdown</a:t>
            </a:r>
          </a:p>
        </p:txBody>
      </p:sp>
      <p:pic>
        <p:nvPicPr>
          <p:cNvPr id="6" name="Picture 5" descr="imag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65960"/>
            <a:ext cx="9601200" cy="44275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4008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0B8"/>
                </a:solidFill>
              </a:rPr>
              <a:t>Full severity + affected-element breakdown, generated automatically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640080" cy="64008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5029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DesignGuard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Auto-fix suggestions: recommend the exact code change for each issue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Redesign mode: generate a more accessible version of the page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Scheduled monitoring: check a website every week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AI agent self-check: let coding agents test their websites before shipping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FFFFFF"/>
                </a:solidFill>
              </a:rPr>
              <a:t>•  Track accessibility scores over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94960" y="1188720"/>
            <a:ext cx="1371600" cy="1371600"/>
          </a:xfrm>
          <a:prstGeom prst="roundRect">
            <a:avLst/>
          </a:prstGeom>
          <a:solidFill>
            <a:srgbClr val="4F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</a:rPr>
              <a:t>DG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DesignGuard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B0B0B8"/>
                </a:solidFill>
              </a:rPr>
              <a:t>Automated accessibility audits for any website.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4F8CFF"/>
                </a:solidFill>
              </a:rPr>
              <a:t>Node.js  ·  Daytona  ·  Playwright  ·  axe-core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846320"/>
            <a:ext cx="6675120" cy="502920"/>
          </a:xfrm>
          <a:prstGeom prst="roundRect">
            <a:avLst/>
          </a:prstGeom>
          <a:solidFill>
            <a:srgbClr val="222226"/>
          </a:solidFill>
          <a:ln w="12700">
            <a:solidFill>
              <a:srgbClr val="4F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🔗  Star the repo —  github.com/Tannuiux/designguard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B0B0B8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